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Source Sans 3"/>
              </a:rPr>
              <a:t>Open with the meeting context — this brief was prepared after the Apr 18 Taylor Creek consultation.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Source Sans 3"/>
              </a:rPr>
              <a:t>Bullets 1 and 2 came from Carol's notes; bullets 3 and 4 from the Army Corps follow-up call. Tie back to the Exploration Funds pillar without naming it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Source Sans 3"/>
              </a:rPr>
              <a:t>Make the next-step ask concrete and 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9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10817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Futura PT"/>
              </a:rPr>
              <a:t>Rookery Bay Restoration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20624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48C5E3"/>
                </a:solidFill>
                <a:latin typeface="Source Sans 3"/>
              </a:rPr>
              <a:t>Initial scoping for the Henderson Creek dredging effort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F8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607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396D"/>
                </a:solidFill>
                <a:latin typeface="Futura PT"/>
              </a:rPr>
              <a:t>What we heard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Source Sans 3"/>
              </a:rPr>
              <a:t>Key concerns from the field visit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396D"/>
                </a:solidFill>
                <a:latin typeface="Futura PT"/>
              </a:rPr>
              <a:t>Sediment loading is the top concern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35000"/>
          </a:xfrm>
          <a:prstGeom prst="rect">
            <a:avLst/>
          </a:prstGeom>
          <a:solidFill>
            <a:srgbClr val="3F8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1A1A1A"/>
                </a:solidFill>
                <a:latin typeface="Source Sans 3"/>
              </a:rPr>
              <a:t>Reserve staff flag visible turbidity downstream of the inlet</a:t>
            </a:r>
          </a:p>
          <a:p>
            <a:pPr algn="l"/>
            <a:r>
              <a:rPr sz="2000">
                <a:solidFill>
                  <a:srgbClr val="1A1A1A"/>
                </a:solidFill>
                <a:latin typeface="Source Sans 3"/>
              </a:rPr>
              <a:t>Existing monitoring runs quarterly; gaps during storm events</a:t>
            </a:r>
          </a:p>
          <a:p>
            <a:pPr algn="l"/>
            <a:r>
              <a:rPr sz="2000">
                <a:solidFill>
                  <a:srgbClr val="1A1A1A"/>
                </a:solidFill>
                <a:latin typeface="Source Sans 3"/>
              </a:rPr>
              <a:t>Army Corps coordination is the bottleneck on permit timing</a:t>
            </a:r>
          </a:p>
          <a:p>
            <a:pPr algn="l"/>
            <a:r>
              <a:rPr sz="2000">
                <a:solidFill>
                  <a:srgbClr val="1A1A1A"/>
                </a:solidFill>
                <a:latin typeface="Source Sans 3"/>
              </a:rPr>
              <a:t>C-HAWQ funded bathymetry would unlock the Phase 1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396D"/>
                </a:solidFill>
                <a:latin typeface="Futura PT"/>
              </a:rPr>
              <a:t>Proposed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35000"/>
          </a:xfrm>
          <a:prstGeom prst="rect">
            <a:avLst/>
          </a:prstGeom>
          <a:solidFill>
            <a:srgbClr val="3F8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1A1A1A"/>
                </a:solidFill>
                <a:latin typeface="Source Sans 3"/>
              </a:rPr>
              <a:t>Run a 30-day continuous turbidity baseline at three sites</a:t>
            </a:r>
          </a:p>
          <a:p>
            <a:pPr algn="l"/>
            <a:r>
              <a:rPr sz="2000">
                <a:solidFill>
                  <a:srgbClr val="1A1A1A"/>
                </a:solidFill>
                <a:latin typeface="Source Sans 3"/>
              </a:rPr>
              <a:t>Share the data brief with the Reserve and Army Corps jointly</a:t>
            </a:r>
          </a:p>
          <a:p>
            <a:pPr algn="l"/>
            <a:r>
              <a:rPr sz="2000">
                <a:solidFill>
                  <a:srgbClr val="1A1A1A"/>
                </a:solidFill>
                <a:latin typeface="Source Sans 3"/>
              </a:rPr>
              <a:t>Schedule the Phase 1 scoping meeting for early June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Rookery Bay Restoration Brief</dc:title>
  <dc:subject/>
  <dc:creator>C-HAWQ</dc:creator>
  <cp:keywords/>
  <dc:description>Generated by C-HAWQ Presentation Outliner agent.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